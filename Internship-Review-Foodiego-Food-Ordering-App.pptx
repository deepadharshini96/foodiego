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Young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532" y="1157287"/>
            <a:ext cx="6286343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67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Internship Review - Foodiego Food Ordering App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17532" y="4165600"/>
            <a:ext cx="6286343" cy="2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Company: Ziga Infotech Ventures Pvt Ltd, Madipakkam, Chennai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Duration: 16 June 2026 - 15 July 2026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Project: Food Ordering App – Foodiego (Flutter / Firebase)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Name: [Your Name] | Dept: Mobile App Development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67253" cy="685800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3166900"/>
            <a:ext cx="4800480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984825" y="1675944"/>
            <a:ext cx="4546486" cy="3520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Foodiego is a cross-platform food &amp; grocery ordering app for Android, iOS and Web. It solves the problem of manual phone-based ordering which is slow and error-prone. It provides a centralized platform to browse restaurants by cuisine, search dishes, add to cart, place orders and track status in real-time.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2782887"/>
            <a:ext cx="3911502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67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Company Profile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537061" y="540385"/>
            <a:ext cx="599425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Ziga Infotech Ventures Pvt Ltd - "Success Delivered"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537061" y="1577578"/>
            <a:ext cx="1977976" cy="50701"/>
          </a:xfrm>
          <a:prstGeom prst="roundRect">
            <a:avLst>
              <a:gd name="adj" fmla="val 49999"/>
            </a:avLst>
          </a:prstGeom>
          <a:solidFill>
            <a:srgbClr val="2443D0"/>
          </a:solidFill>
          <a:ln/>
        </p:spPr>
      </p:sp>
      <p:sp>
        <p:nvSpPr>
          <p:cNvPr id="6" name="Text 4"/>
          <p:cNvSpPr/>
          <p:nvPr/>
        </p:nvSpPr>
        <p:spPr>
          <a:xfrm>
            <a:off x="5537061" y="1890316"/>
            <a:ext cx="5994250" cy="1806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Location: Madipakkam, Chennai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Works on mobile-first, cloud-backed applications. Provides offline internships with direct mentorship under Project Managers to bridge academic learning and industry requirements.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166900"/>
            <a:ext cx="3352716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Objectives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622684" y="584200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96898" y="669925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51319" y="631190"/>
            <a:ext cx="638159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Fast, intuitive interface for browsing restaurants &amp; cuisines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22684" y="1519436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6898" y="1605161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1319" y="1566426"/>
            <a:ext cx="638159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 sign-in via Mobile OTP and Google Sign-In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22684" y="2454672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6898" y="2540397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1319" y="2501662"/>
            <a:ext cx="638159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Cart management restricted to single restaurant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22684" y="3389908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6898" y="3475633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1319" y="3436898"/>
            <a:ext cx="638159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order-status notifications via FCM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22684" y="4325144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6898" y="4410869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1319" y="4372134"/>
            <a:ext cx="638159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 panel to manage restaurants and monitor orders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22684" y="5260479"/>
            <a:ext cx="400040" cy="400050"/>
          </a:xfrm>
          <a:prstGeom prst="ellipse">
            <a:avLst/>
          </a:prstGeom>
          <a:solidFill>
            <a:srgbClr val="2443D0"/>
          </a:solidFill>
          <a:ln w="12700">
            <a:solidFill>
              <a:srgbClr val="BAC0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6898" y="5346204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1319" y="5307469"/>
            <a:ext cx="638159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 Flutter + Firebase integration (Auth, Realtime DB, Messaging)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22684" y="1411486"/>
            <a:ext cx="7010225" cy="12700"/>
          </a:xfrm>
          <a:prstGeom prst="rect">
            <a:avLst/>
          </a:prstGeom>
          <a:solidFill>
            <a:srgbClr val="171A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622684" y="2346722"/>
            <a:ext cx="7010225" cy="12700"/>
          </a:xfrm>
          <a:prstGeom prst="rect">
            <a:avLst/>
          </a:prstGeom>
          <a:solidFill>
            <a:srgbClr val="171A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622684" y="3281958"/>
            <a:ext cx="7010225" cy="12700"/>
          </a:xfrm>
          <a:prstGeom prst="rect">
            <a:avLst/>
          </a:prstGeom>
          <a:solidFill>
            <a:srgbClr val="171A3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2684" y="4217194"/>
            <a:ext cx="7010225" cy="12700"/>
          </a:xfrm>
          <a:prstGeom prst="rect">
            <a:avLst/>
          </a:prstGeom>
          <a:solidFill>
            <a:srgbClr val="171A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622684" y="5152529"/>
            <a:ext cx="7010225" cy="12700"/>
          </a:xfrm>
          <a:prstGeom prst="rect">
            <a:avLst/>
          </a:prstGeom>
          <a:solidFill>
            <a:srgbClr val="171A3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00024"/>
            <a:ext cx="1087092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0383" y="1498163"/>
            <a:ext cx="114805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custom server. Client-driven serverless architecture.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0383" y="2018804"/>
            <a:ext cx="10870928" cy="3238996"/>
          </a:xfrm>
          <a:prstGeom prst="rect">
            <a:avLst/>
          </a:prstGeom>
          <a:solidFill>
            <a:srgbClr val="E4E9FB"/>
          </a:solidFill>
          <a:ln/>
        </p:spPr>
      </p:sp>
      <p:sp>
        <p:nvSpPr>
          <p:cNvPr id="5" name="Shape 3"/>
          <p:cNvSpPr/>
          <p:nvPr/>
        </p:nvSpPr>
        <p:spPr>
          <a:xfrm>
            <a:off x="888978" y="2247404"/>
            <a:ext cx="3267985" cy="914400"/>
          </a:xfrm>
          <a:prstGeom prst="rect">
            <a:avLst/>
          </a:prstGeom>
          <a:solidFill>
            <a:srgbClr val="BAC0DD"/>
          </a:solidFill>
          <a:ln/>
        </p:spPr>
      </p:sp>
      <p:sp>
        <p:nvSpPr>
          <p:cNvPr id="6" name="Shape 4"/>
          <p:cNvSpPr/>
          <p:nvPr/>
        </p:nvSpPr>
        <p:spPr>
          <a:xfrm>
            <a:off x="903265" y="2261691"/>
            <a:ext cx="3239312" cy="885825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7" name="Text 5"/>
          <p:cNvSpPr/>
          <p:nvPr/>
        </p:nvSpPr>
        <p:spPr>
          <a:xfrm>
            <a:off x="2428616" y="2533154"/>
            <a:ext cx="7981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88978" y="3265309"/>
            <a:ext cx="32679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8978" y="3695819"/>
            <a:ext cx="32679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Flutter 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61756" y="2247404"/>
            <a:ext cx="3268085" cy="914400"/>
          </a:xfrm>
          <a:prstGeom prst="rect">
            <a:avLst/>
          </a:prstGeom>
          <a:solidFill>
            <a:srgbClr val="BAC0DD"/>
          </a:solidFill>
          <a:ln/>
        </p:spPr>
      </p:sp>
      <p:sp>
        <p:nvSpPr>
          <p:cNvPr id="11" name="Shape 9"/>
          <p:cNvSpPr/>
          <p:nvPr/>
        </p:nvSpPr>
        <p:spPr>
          <a:xfrm>
            <a:off x="4476043" y="2261691"/>
            <a:ext cx="3239510" cy="885825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12" name="Text 10"/>
          <p:cNvSpPr/>
          <p:nvPr/>
        </p:nvSpPr>
        <p:spPr>
          <a:xfrm>
            <a:off x="6001493" y="2533154"/>
            <a:ext cx="7981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61756" y="3265309"/>
            <a:ext cx="32680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Firebase Authentication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61756" y="3695819"/>
            <a:ext cx="32680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Realtime 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61756" y="4152364"/>
            <a:ext cx="326808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restaurants, cart, orders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34633" y="2247404"/>
            <a:ext cx="3268085" cy="914400"/>
          </a:xfrm>
          <a:prstGeom prst="rect">
            <a:avLst/>
          </a:prstGeom>
          <a:solidFill>
            <a:srgbClr val="BAC0DD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8920" y="2261691"/>
            <a:ext cx="3239510" cy="885825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18" name="Text 16"/>
          <p:cNvSpPr/>
          <p:nvPr/>
        </p:nvSpPr>
        <p:spPr>
          <a:xfrm>
            <a:off x="9574370" y="2533154"/>
            <a:ext cx="7981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034633" y="3265309"/>
            <a:ext cx="32680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FCM Notification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34633" y="3695819"/>
            <a:ext cx="326808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 Panel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8978" y="4608235"/>
            <a:ext cx="1041373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Flow: Customer -&gt; Flutter App -&gt; Firebase Authentication -&gt; Realtime Database (restaurants, cart, orders) -&gt; FCM Notification -&gt; Admin Panel. UI updates live using StreamBuilder and onValue listeners.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00024"/>
            <a:ext cx="1087092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Proposed System &amp; Capabilities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492448"/>
            <a:ext cx="3471180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8" y="1721048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978" y="2437328"/>
            <a:ext cx="30139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Management: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88978" y="2893874"/>
            <a:ext cx="30139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Single UID for both OTP &amp; Google login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436356" y="1492448"/>
            <a:ext cx="3318883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50" y="1721048"/>
            <a:ext cx="571486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4950" y="2437328"/>
            <a:ext cx="286169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Restaurant Browsing: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64950" y="2893874"/>
            <a:ext cx="286169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listings, Top chains, Cuisines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060032" y="1492448"/>
            <a:ext cx="3471180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626" y="1721048"/>
            <a:ext cx="571486" cy="571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88626" y="2437328"/>
            <a:ext cx="30139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Dish Search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88626" y="2893874"/>
            <a:ext cx="324258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across restaurants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60383" y="4061520"/>
            <a:ext cx="3471180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78" y="4290120"/>
            <a:ext cx="571486" cy="571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8978" y="5006400"/>
            <a:ext cx="30139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Cart: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888978" y="5462945"/>
            <a:ext cx="324258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items, live totals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4436356" y="4061520"/>
            <a:ext cx="3318883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50" y="4290120"/>
            <a:ext cx="571486" cy="5715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4950" y="5006400"/>
            <a:ext cx="286169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Order: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664950" y="5462945"/>
            <a:ext cx="286169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Place order -&gt; orders/{uid} with status "Placed"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8060032" y="4061520"/>
            <a:ext cx="3471180" cy="2264271"/>
          </a:xfrm>
          <a:prstGeom prst="roundRect">
            <a:avLst>
              <a:gd name="adj" fmla="val 4240"/>
            </a:avLst>
          </a:prstGeom>
          <a:solidFill>
            <a:srgbClr val="D4DAF7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626" y="4290120"/>
            <a:ext cx="571486" cy="5715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88626" y="5006400"/>
            <a:ext cx="301399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Admin: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288626" y="5462945"/>
            <a:ext cx="324258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Add, edit, delete restaurants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1338100"/>
            <a:ext cx="11328117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Technologies &amp; Implementation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3657600"/>
            <a:ext cx="3759106" cy="3200400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5" name="Text 3"/>
          <p:cNvSpPr/>
          <p:nvPr/>
        </p:nvSpPr>
        <p:spPr>
          <a:xfrm>
            <a:off x="279393" y="3900170"/>
            <a:ext cx="320032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Frontend: Flutter, Dart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9393" y="4420156"/>
            <a:ext cx="320032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Single codebase for Android, iOS, Web. Widgets for Hero, Location Picker, Categories, Listings.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16295" y="3657600"/>
            <a:ext cx="3759106" cy="3200400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8" name="Text 6"/>
          <p:cNvSpPr/>
          <p:nvPr/>
        </p:nvSpPr>
        <p:spPr>
          <a:xfrm>
            <a:off x="4495688" y="3900170"/>
            <a:ext cx="3200320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Backend: Firebase Authentication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95688" y="4783296"/>
            <a:ext cx="3200320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Realtime Database (users/{uid}, restaurants/, cart/, orders/), Firebase Cloud Messaging for cart &amp; order notifications.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32589" y="3657600"/>
            <a:ext cx="3759106" cy="3200400"/>
          </a:xfrm>
          <a:prstGeom prst="rect">
            <a:avLst/>
          </a:prstGeom>
          <a:solidFill>
            <a:srgbClr val="D4DAF7"/>
          </a:solidFill>
          <a:ln/>
        </p:spPr>
      </p:sp>
      <p:sp>
        <p:nvSpPr>
          <p:cNvPr id="11" name="Text 9"/>
          <p:cNvSpPr/>
          <p:nvPr/>
        </p:nvSpPr>
        <p:spPr>
          <a:xfrm>
            <a:off x="8711982" y="3900170"/>
            <a:ext cx="3200320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State: setState + StreamBuilder + CartModel singleton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00024"/>
            <a:ext cx="1087092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Testing &amp;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0383" y="1498163"/>
            <a:ext cx="114805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Tested module-wise on Android Emulator and Chrome.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83" y="2018804"/>
          <a:ext cx="10870928" cy="914400"/>
        </p:xfrm>
        <a:graphic>
          <a:graphicData uri="http://schemas.openxmlformats.org/drawingml/2006/table">
            <a:tbl>
              <a:tblPr/>
              <a:tblGrid>
                <a:gridCol w="1956743"/>
                <a:gridCol w="4565734"/>
                <a:gridCol w="4348451"/>
              </a:tblGrid>
              <a:tr h="5154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Module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Test coverage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Observed behavior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Auth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Invalid OTP, unregistered number, cancelled Google login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handled gracefully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Cart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Blocking second restaurant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correctly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Order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Record creation and FCM trigger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verified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7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Live UI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Changes in Firebase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A33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reflected instantly without refresh</a:t>
                      </a:r>
                      <a:endParaRPr lang="en-US" sz="1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00024"/>
            <a:ext cx="5915572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Results / Sample Output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0383" y="2102882"/>
            <a:ext cx="5915572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Home Page with hero banner, location (Nandambakkam, Chennai), search bar, cuisine strip (Idli, Dosa, etc.), live restaurant cards with rating, delivery time, offers. Welcome Dialog for Sign Up/Sign In. Cart Page &amp; Order Summary. Admin Add Restaurant Page.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93428" y="0"/>
            <a:ext cx="4498267" cy="6858000"/>
          </a:xfrm>
          <a:prstGeom prst="roundRect">
            <a:avLst>
              <a:gd name="adj" fmla="val 6098"/>
            </a:avLst>
          </a:prstGeom>
          <a:solidFill>
            <a:srgbClr val="E4E9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7421" y="254000"/>
            <a:ext cx="399028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47624"/>
            <a:ext cx="1087092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26" kern="100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Conclusion &amp; Future 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0383" y="1340048"/>
            <a:ext cx="5206870" cy="3095823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9625" y="1677869"/>
            <a:ext cx="450838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9625" y="2197854"/>
            <a:ext cx="4508387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Successfully demonstrated how Flutter + Firebase can build a complete real-world ordering solution without custom server. Provided hands-on experience in authentication, real-time DB, and push notifications.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1340048"/>
            <a:ext cx="5206870" cy="3095823"/>
          </a:xfrm>
          <a:prstGeom prst="rect">
            <a:avLst/>
          </a:prstGeom>
          <a:solidFill>
            <a:srgbClr val="2443D0"/>
          </a:solidFill>
          <a:ln/>
        </p:spPr>
      </p:sp>
      <p:sp>
        <p:nvSpPr>
          <p:cNvPr id="7" name="Text 5"/>
          <p:cNvSpPr/>
          <p:nvPr/>
        </p:nvSpPr>
        <p:spPr>
          <a:xfrm>
            <a:off x="6654634" y="1658819"/>
            <a:ext cx="454648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Future: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54634" y="2178804"/>
            <a:ext cx="454648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Payment gateway (UPI), Live GPS tracking, Ratings &amp; Reviews, AI recommendations, Analytics Dashboard, Multi-language support.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40672"/>
            <a:ext cx="12191695" cy="2117328"/>
          </a:xfrm>
          <a:prstGeom prst="rect">
            <a:avLst/>
          </a:prstGeom>
          <a:solidFill>
            <a:srgbClr val="F5B437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" y="5423098"/>
            <a:ext cx="1087092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86" kern="100" dirty="0">
                <a:solidFill>
                  <a:srgbClr val="00000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2026-10-21T14:28:27Z</dcterms:created>
  <dcterms:modified xsi:type="dcterms:W3CDTF">2026-10-21T14:28:27Z</dcterms:modified>
</cp:coreProperties>
</file>